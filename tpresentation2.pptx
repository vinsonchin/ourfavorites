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Old Standard TT" panose="020B0604020202020204" charset="0"/>
      <p:regular r:id="rId4"/>
      <p:bold r:id="rId5"/>
      <p:italic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4" d="100"/>
          <a:sy n="54" d="100"/>
        </p:scale>
        <p:origin x="-102" y="-7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612054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 Workflow Activity</a:t>
            </a:r>
            <a:r>
              <a:rPr lang="en" sz="1200"/>
              <a:t> with Vinson Chin and Mbami Luka</a:t>
            </a:r>
            <a:endParaRPr sz="1200"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 smtClean="0"/>
              <a:t>What is Git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en" dirty="0" smtClean="0"/>
              <a:t>Git is a version control software – Tracks and stores versions of code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en" dirty="0" smtClean="0"/>
              <a:t>Every user can clone a local repository they can work on.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en" dirty="0" smtClean="0"/>
              <a:t>Dvelopers can create branches, which can be merged with master branch.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 smtClean="0"/>
              <a:t>Remember </a:t>
            </a:r>
            <a:r>
              <a:rPr lang="en" dirty="0"/>
              <a:t>the GitHub Commands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Memorize or keep a reference of the commands nearby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Certain specific commands are needed to perform certain functions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 smtClean="0"/>
              <a:t>Some c</a:t>
            </a:r>
            <a:r>
              <a:rPr lang="en" dirty="0" smtClean="0"/>
              <a:t>ommands </a:t>
            </a:r>
            <a:r>
              <a:rPr lang="en" dirty="0"/>
              <a:t>are not the most </a:t>
            </a:r>
            <a:r>
              <a:rPr lang="en" dirty="0" smtClean="0"/>
              <a:t>intuitive as they must be run to realize function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Incorrect commands can lead to </a:t>
            </a:r>
            <a:r>
              <a:rPr lang="en" dirty="0" smtClean="0"/>
              <a:t>problems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Commands are needed to pull, commit, and push changes and contributions to the upstream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109</Words>
  <Application>Microsoft Office PowerPoint</Application>
  <PresentationFormat>On-screen Show (16:9)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Old Standard TT</vt:lpstr>
      <vt:lpstr>Paperback</vt:lpstr>
      <vt:lpstr>GitHub Workflow Activity with Vinson Chin and Mbami Luka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Workflow Activity with Vinson Chin and Mbami Luka</dc:title>
  <cp:lastModifiedBy>hp</cp:lastModifiedBy>
  <cp:revision>2</cp:revision>
  <dcterms:modified xsi:type="dcterms:W3CDTF">2019-10-06T04:27:41Z</dcterms:modified>
</cp:coreProperties>
</file>