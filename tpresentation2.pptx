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Old Standard TT"/>
      <p:regular r:id="rId7"/>
      <p:bold r:id="rId8"/>
      <p: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ldStandardTT-regular.fntdata"/><Relationship Id="rId8" Type="http://schemas.openxmlformats.org/officeDocument/2006/relationships/font" Target="fonts/OldStandardT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Workflow Activity</a:t>
            </a:r>
            <a:r>
              <a:rPr lang="en" sz="1200"/>
              <a:t> with Vinson Chin and Mbami Luka</a:t>
            </a:r>
            <a:endParaRPr sz="1200"/>
          </a:p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GitHub Commands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Memorize or keep a reference of the commands nearby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Certain specific commands are needed to perform certain 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Commands are not the most intuitive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Incorrect commands can lead to problems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Commands are needed to pull, commit, and push changes and contributions to the upstream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